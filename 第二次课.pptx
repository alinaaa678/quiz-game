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57" r:id="rId5"/>
    <p:sldId id="258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D78BB6-6B2D-9F68-3034-15E62BC040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9031291-674E-02D7-DE49-A5819986B2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F35CD3-033C-42EC-F80D-9F4F04605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017EBD-3A38-FAE1-EB0D-7AE212C4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D5B08-220D-FFCA-4119-A8ACE41D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893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EE5F10-E238-3F22-D9FE-CDF8AC8FC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580381-DA25-E17C-45B7-BB9E315AB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AC3153-D228-97FD-1808-A84EA01D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3E531-73B4-71B5-5BDB-0E86C8BAB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3C5D1E-CC31-2DCE-48E9-7BD1982B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3987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365DB-E7C3-0924-E6FB-FE989CC849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5844F-11E3-C5D3-8702-09E0D92AA6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3A18DC-7A1B-1C40-3132-592E10E6E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205432-FB3E-0DE5-B735-B5FEAD455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282C89-FE3C-59A2-BA8A-175CDC205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0368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8E42F6-74E1-0501-1F70-C6A350068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021481-4264-CCCF-A4CC-2CB3B31245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0877BCB-D5B4-3546-46A8-0C290933DE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0884D7-15B6-B423-AA6E-C0C2A7AAA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D0F9EC-FEC5-0373-9CD5-877109AC4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9ADDD9D-8063-FAD8-D27C-7D63C92E5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038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B68603-B4B4-AFFA-85D6-10C0A7C28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855977A-1B02-2882-C78E-90631280AA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6328052-C4EA-1FEB-714F-0B6BD7E245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D81E853-E979-07D5-66B3-2EAB69A95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E7314-4F68-C897-BE6D-1C580ED40D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4C4321D-70B7-E71C-6B05-370ED9A94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6D2C633-404E-0A42-27D8-BA31037AB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C447E35-3F8C-A66E-3999-03C06571F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116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7A26FA-37E4-3C7D-D0F3-CFC7CC3F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1951871-2325-8B88-1E80-5A12DA19C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448C01-C5C9-B162-2CA8-740DC8739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63F9EE8-7A06-039A-7C87-6A92D8360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4327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36C086C-7BA4-6A67-602D-35D4A8FB4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AC30607-74D4-1E70-E00D-736C255A0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56F3C43-135A-468A-0039-9785A1FA2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930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247E4-C00D-5EC8-CD88-B9E75DA10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55EDCA-B5B8-4A9E-8F95-3D242D2E50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138BC14-758D-C134-A138-701343710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F36D809-F2F8-A4A0-7398-792F95077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E99C72A-1AD4-815A-283D-0223F85DD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648DF5-4A04-059F-17BE-4B79BB094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0313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E8EA2F-F91E-DDC4-189D-238165B3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79FCE2-3BC5-6EBF-9C2C-F88EB3E06F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B6E08CE-F920-EA60-2EC0-39F79BA512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5D85A08-1F3B-A60F-38A2-E0A78F9AE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EAA164-F0DE-1A6B-DE77-EAB8AE438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155FDEF-155E-76BE-E081-35B8027D7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140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E72DD-7AEE-EFD0-1395-06F46D53B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C471B59-19D7-1D3E-17D4-8C70BB164C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70D36B7-B183-5CB9-ED76-819C19685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67E485-937A-A465-7BF1-1A4A70C11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8F62C9-14AB-8DC6-EA95-6D4585D72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6164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3D798A9-0B77-D27C-14BB-271EAB746B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33611A-C3B8-D097-130C-2310FC03FA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B3FFA6-C5F3-977A-1AB9-3A7C6DE18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FB42159-4092-7503-723C-3065AC0F4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9B98E6-1D8F-DCF9-D68B-30F9E4FF8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7472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33A0643-AA57-18F9-97C9-A1CCFC9F6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12892D-34CC-397B-D597-C0E0759060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A0740B2-47FD-7405-A5EE-D0DA125DCD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6FFD9-A113-4630-8DC3-F1601253F9BB}" type="datetimeFigureOut">
              <a:rPr lang="zh-CN" altLang="en-US" smtClean="0"/>
              <a:t>2026/9/20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A284B8-571D-E085-7311-94B1B22683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A4237-BDC8-2E5F-3D95-CFC758B305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9729F-70A7-42F9-854E-29BE77B2C6C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4400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jMhvzXEQM?spm_id_from=333.788.videopod.sections&amp;vd_source=b0e6d0da66db457c6afda440766d8139" TargetMode="External"/><Relationship Id="rId2" Type="http://schemas.openxmlformats.org/officeDocument/2006/relationships/hyperlink" Target="https://www.bilibili.com/video/BV1crhvzcEz5/?spm_id_from=333.1387.collection.video_card.click&amp;vd_source=b0e6d0da66db457c6afda440766d8139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bilibili.com/video/BV1jMhvzXEWP?spm_id_from=333.788.videopod.sections&amp;vd_source=b0e6d0da66db457c6afda440766d8139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ighvzHEEJ?spm_id_from=333.788.videopod.sections&amp;vd_source=b0e6d0da66db457c6afda440766d8139" TargetMode="External"/><Relationship Id="rId2" Type="http://schemas.openxmlformats.org/officeDocument/2006/relationships/hyperlink" Target="https://www.bilibili.com/video/BV1L3hvzDEJn?spm_id_from=333.788.videopod.sections&amp;vd_source=b0e6d0da66db457c6afda440766d813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ilibili.com/video/BV16chvztEy8?spm_id_from=333.788.videopod.sections&amp;vd_source=b0e6d0da66db457c6afda440766d8139" TargetMode="External"/><Relationship Id="rId4" Type="http://schemas.openxmlformats.org/officeDocument/2006/relationships/hyperlink" Target="https://www.bilibili.com/video/BV1JwhvzoECL?spm_id_from=333.788.videopod.sections&amp;vd_source=b0e6d0da66db457c6afda440766d8139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ilibili.com/video/BV1YMh9zvERL?spm_id_from=333.788.videopod.sections&amp;vd_source=b0e6d0da66db457c6afda440766d8139" TargetMode="External"/><Relationship Id="rId2" Type="http://schemas.openxmlformats.org/officeDocument/2006/relationships/hyperlink" Target="https://www.bilibili.com/video/BV1gQ4izBE3M?spm_id_from=333.788.videopod.sections&amp;vd_source=b0e6d0da66db457c6afda440766d8139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703EAB-2846-FE10-B3EA-DC36A834231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Web</a:t>
            </a:r>
            <a:r>
              <a:rPr lang="zh-CN" altLang="en-US" dirty="0"/>
              <a:t>开发技术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076FDBF-A108-F5E9-FE3A-DFCCF717DE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Lesson 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7445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AA0FF5-B58B-EE65-2AC5-0CB59A19E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Task today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9E9E80-3DC0-DEA3-1A47-CEC76D0094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zh-CN" altLang="en-US" dirty="0"/>
              <a:t>使用</a:t>
            </a:r>
            <a:r>
              <a:rPr lang="en-US" altLang="zh-CN" dirty="0"/>
              <a:t>visual studio code</a:t>
            </a:r>
            <a:r>
              <a:rPr lang="zh-CN" altLang="en-US" dirty="0"/>
              <a:t>实现</a:t>
            </a:r>
            <a:r>
              <a:rPr lang="en-US" altLang="zh-CN" dirty="0"/>
              <a:t>quiz game</a:t>
            </a:r>
            <a:r>
              <a:rPr lang="zh-CN" altLang="en-US" dirty="0"/>
              <a:t>的前端项目，熟悉</a:t>
            </a:r>
            <a:r>
              <a:rPr lang="en-US" altLang="zh-CN" dirty="0"/>
              <a:t>html/</a:t>
            </a:r>
            <a:r>
              <a:rPr lang="en-US" altLang="zh-CN" dirty="0" err="1"/>
              <a:t>css</a:t>
            </a:r>
            <a:r>
              <a:rPr lang="en-US" altLang="zh-CN" dirty="0"/>
              <a:t>/</a:t>
            </a:r>
            <a:r>
              <a:rPr lang="en-US" altLang="zh-CN" dirty="0" err="1"/>
              <a:t>js</a:t>
            </a:r>
            <a:r>
              <a:rPr lang="zh-CN" altLang="en-US" dirty="0"/>
              <a:t>等前端技术；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4-1</a:t>
            </a:r>
            <a:r>
              <a:rPr lang="zh-CN" altLang="en-US" dirty="0">
                <a:hlinkClick r:id="rId2"/>
              </a:rPr>
              <a:t>、</a:t>
            </a:r>
            <a:r>
              <a:rPr lang="en-US" altLang="zh-CN" dirty="0">
                <a:hlinkClick r:id="rId2"/>
              </a:rPr>
              <a:t>quiz game</a:t>
            </a:r>
            <a:r>
              <a:rPr lang="zh-CN" altLang="en-US" dirty="0">
                <a:hlinkClick r:id="rId2"/>
              </a:rPr>
              <a:t>的</a:t>
            </a:r>
            <a:r>
              <a:rPr lang="en-US" altLang="zh-CN" dirty="0">
                <a:hlinkClick r:id="rId2"/>
              </a:rPr>
              <a:t>html_</a:t>
            </a:r>
            <a:r>
              <a:rPr lang="zh-CN" altLang="en-US" dirty="0">
                <a:hlinkClick r:id="rId2"/>
              </a:rPr>
              <a:t>哔哩哔哩</a:t>
            </a:r>
            <a:r>
              <a:rPr lang="en-US" altLang="zh-CN" dirty="0">
                <a:hlinkClick r:id="rId2"/>
              </a:rPr>
              <a:t>_</a:t>
            </a:r>
            <a:r>
              <a:rPr lang="en-US" altLang="zh-CN" dirty="0" err="1">
                <a:hlinkClick r:id="rId2"/>
              </a:rPr>
              <a:t>bilibili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4-2</a:t>
            </a:r>
            <a:r>
              <a:rPr lang="zh-CN" altLang="en-US" dirty="0">
                <a:hlinkClick r:id="rId3"/>
              </a:rPr>
              <a:t>、</a:t>
            </a:r>
            <a:r>
              <a:rPr lang="en-US" altLang="zh-CN" dirty="0">
                <a:hlinkClick r:id="rId3"/>
              </a:rPr>
              <a:t>quiz game</a:t>
            </a:r>
            <a:r>
              <a:rPr lang="zh-CN" altLang="en-US" dirty="0">
                <a:hlinkClick r:id="rId3"/>
              </a:rPr>
              <a:t>的</a:t>
            </a:r>
            <a:r>
              <a:rPr lang="en-US" altLang="zh-CN" dirty="0" err="1">
                <a:hlinkClick r:id="rId3"/>
              </a:rPr>
              <a:t>css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4-3</a:t>
            </a:r>
            <a:r>
              <a:rPr lang="zh-CN" altLang="en-US" dirty="0">
                <a:hlinkClick r:id="rId4"/>
              </a:rPr>
              <a:t>、</a:t>
            </a:r>
            <a:r>
              <a:rPr lang="en-US" altLang="zh-CN" dirty="0">
                <a:hlinkClick r:id="rId4"/>
              </a:rPr>
              <a:t>quiz game</a:t>
            </a:r>
            <a:r>
              <a:rPr lang="zh-CN" altLang="en-US" dirty="0">
                <a:hlinkClick r:id="rId4"/>
              </a:rPr>
              <a:t>的</a:t>
            </a:r>
            <a:r>
              <a:rPr lang="en-US" altLang="zh-CN" dirty="0" err="1">
                <a:hlinkClick r:id="rId4"/>
              </a:rPr>
              <a:t>js</a:t>
            </a:r>
            <a:r>
              <a:rPr lang="en-US" altLang="zh-CN" dirty="0">
                <a:hlinkClick r:id="rId4"/>
              </a:rPr>
              <a:t>_</a:t>
            </a:r>
            <a:r>
              <a:rPr lang="zh-CN" altLang="en-US" dirty="0">
                <a:hlinkClick r:id="rId4"/>
              </a:rPr>
              <a:t>哔哩哔哩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bilibili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完成开发后，推送本地代码到</a:t>
            </a:r>
            <a:r>
              <a:rPr lang="en-US" altLang="zh-CN" dirty="0" err="1"/>
              <a:t>github</a:t>
            </a:r>
            <a:r>
              <a:rPr lang="zh-CN" altLang="en-US" dirty="0"/>
              <a:t>仓库，并部署到</a:t>
            </a:r>
            <a:r>
              <a:rPr lang="en-US" altLang="zh-CN" dirty="0" err="1"/>
              <a:t>vercel</a:t>
            </a:r>
            <a:r>
              <a:rPr lang="zh-CN" altLang="en-US" dirty="0"/>
              <a:t>，可网页访问；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课堂说明：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每个项目对应独立的仓库；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6477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5F8085-6036-A35E-A057-E7C81602B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Homework Today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415425-3D18-FDE1-C5A1-EFE3CF801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使用</a:t>
            </a:r>
            <a:r>
              <a:rPr lang="en-US" altLang="zh-CN" dirty="0"/>
              <a:t>visual studio code</a:t>
            </a:r>
            <a:r>
              <a:rPr lang="zh-CN" altLang="en-US" dirty="0"/>
              <a:t>实现菜单搜索的前端项目，熟悉</a:t>
            </a:r>
            <a:r>
              <a:rPr lang="en-US" altLang="zh-CN" dirty="0"/>
              <a:t>html/</a:t>
            </a:r>
            <a:r>
              <a:rPr lang="en-US" altLang="zh-CN" dirty="0" err="1"/>
              <a:t>css</a:t>
            </a:r>
            <a:r>
              <a:rPr lang="en-US" altLang="zh-CN" dirty="0"/>
              <a:t>/</a:t>
            </a:r>
            <a:r>
              <a:rPr lang="en-US" altLang="zh-CN" dirty="0" err="1"/>
              <a:t>js</a:t>
            </a:r>
            <a:r>
              <a:rPr lang="zh-CN" altLang="en-US" dirty="0"/>
              <a:t>等前端技术；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5-1</a:t>
            </a:r>
            <a:r>
              <a:rPr lang="zh-CN" altLang="en-US" dirty="0">
                <a:hlinkClick r:id="rId2"/>
              </a:rPr>
              <a:t>、菜单搜索器</a:t>
            </a:r>
            <a:r>
              <a:rPr lang="en-US" altLang="zh-CN" dirty="0">
                <a:hlinkClick r:id="rId2"/>
              </a:rPr>
              <a:t>html_</a:t>
            </a:r>
            <a:r>
              <a:rPr lang="zh-CN" altLang="en-US" dirty="0">
                <a:hlinkClick r:id="rId2"/>
              </a:rPr>
              <a:t>哔哩哔哩</a:t>
            </a:r>
            <a:r>
              <a:rPr lang="en-US" altLang="zh-CN" dirty="0">
                <a:hlinkClick r:id="rId2"/>
              </a:rPr>
              <a:t>_</a:t>
            </a:r>
            <a:r>
              <a:rPr lang="en-US" altLang="zh-CN" dirty="0" err="1">
                <a:hlinkClick r:id="rId2"/>
              </a:rPr>
              <a:t>bilibili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5-2</a:t>
            </a:r>
            <a:r>
              <a:rPr lang="zh-CN" altLang="en-US" dirty="0">
                <a:hlinkClick r:id="rId3"/>
              </a:rPr>
              <a:t>、菜单搜索器</a:t>
            </a:r>
            <a:r>
              <a:rPr lang="en-US" altLang="zh-CN" dirty="0" err="1">
                <a:hlinkClick r:id="rId3"/>
              </a:rPr>
              <a:t>css</a:t>
            </a:r>
            <a:r>
              <a:rPr lang="en-US" altLang="zh-CN" dirty="0">
                <a:hlinkClick r:id="rId3"/>
              </a:rPr>
              <a:t>(</a:t>
            </a:r>
            <a:r>
              <a:rPr lang="zh-CN" altLang="en-US" dirty="0">
                <a:hlinkClick r:id="rId3"/>
              </a:rPr>
              <a:t>上</a:t>
            </a:r>
            <a:r>
              <a:rPr lang="en-US" altLang="zh-CN" dirty="0">
                <a:hlinkClick r:id="rId3"/>
              </a:rPr>
              <a:t>)_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en-US" altLang="zh-CN" dirty="0"/>
          </a:p>
          <a:p>
            <a:r>
              <a:rPr lang="en-US" altLang="zh-CN" dirty="0">
                <a:hlinkClick r:id="rId4"/>
              </a:rPr>
              <a:t>5-3</a:t>
            </a:r>
            <a:r>
              <a:rPr lang="zh-CN" altLang="en-US" dirty="0">
                <a:hlinkClick r:id="rId4"/>
              </a:rPr>
              <a:t>、菜单搜索器</a:t>
            </a:r>
            <a:r>
              <a:rPr lang="en-US" altLang="zh-CN" dirty="0" err="1">
                <a:hlinkClick r:id="rId4"/>
              </a:rPr>
              <a:t>css</a:t>
            </a:r>
            <a:r>
              <a:rPr lang="en-US" altLang="zh-CN" dirty="0">
                <a:hlinkClick r:id="rId4"/>
              </a:rPr>
              <a:t>(</a:t>
            </a:r>
            <a:r>
              <a:rPr lang="zh-CN" altLang="en-US" dirty="0">
                <a:hlinkClick r:id="rId4"/>
              </a:rPr>
              <a:t>下</a:t>
            </a:r>
            <a:r>
              <a:rPr lang="en-US" altLang="zh-CN" dirty="0">
                <a:hlinkClick r:id="rId4"/>
              </a:rPr>
              <a:t>)_</a:t>
            </a:r>
            <a:r>
              <a:rPr lang="zh-CN" altLang="en-US" dirty="0">
                <a:hlinkClick r:id="rId4"/>
              </a:rPr>
              <a:t>哔哩哔哩</a:t>
            </a:r>
            <a:r>
              <a:rPr lang="en-US" altLang="zh-CN" dirty="0">
                <a:hlinkClick r:id="rId4"/>
              </a:rPr>
              <a:t>_</a:t>
            </a:r>
            <a:r>
              <a:rPr lang="en-US" altLang="zh-CN" dirty="0" err="1">
                <a:hlinkClick r:id="rId4"/>
              </a:rPr>
              <a:t>bilibili</a:t>
            </a:r>
            <a:endParaRPr lang="en-US" altLang="zh-CN" dirty="0"/>
          </a:p>
          <a:p>
            <a:r>
              <a:rPr lang="en-US" altLang="zh-CN" dirty="0">
                <a:hlinkClick r:id="rId5"/>
              </a:rPr>
              <a:t>5-4</a:t>
            </a:r>
            <a:r>
              <a:rPr lang="zh-CN" altLang="en-US" dirty="0">
                <a:hlinkClick r:id="rId5"/>
              </a:rPr>
              <a:t>、菜单搜索器的</a:t>
            </a:r>
            <a:r>
              <a:rPr lang="en-US" altLang="zh-CN" dirty="0" err="1">
                <a:hlinkClick r:id="rId5"/>
              </a:rPr>
              <a:t>js</a:t>
            </a:r>
            <a:r>
              <a:rPr lang="en-US" altLang="zh-CN" dirty="0">
                <a:hlinkClick r:id="rId5"/>
              </a:rPr>
              <a:t>_</a:t>
            </a:r>
            <a:r>
              <a:rPr lang="zh-CN" altLang="en-US" dirty="0">
                <a:hlinkClick r:id="rId5"/>
              </a:rPr>
              <a:t>哔哩哔哩</a:t>
            </a:r>
            <a:r>
              <a:rPr lang="en-US" altLang="zh-CN" dirty="0">
                <a:hlinkClick r:id="rId5"/>
              </a:rPr>
              <a:t>_</a:t>
            </a:r>
            <a:r>
              <a:rPr lang="en-US" altLang="zh-CN" dirty="0" err="1">
                <a:hlinkClick r:id="rId5"/>
              </a:rPr>
              <a:t>bilibili</a:t>
            </a:r>
            <a:endParaRPr lang="en-US" altLang="zh-CN" dirty="0"/>
          </a:p>
          <a:p>
            <a:r>
              <a:rPr lang="zh-CN" altLang="en-US" dirty="0"/>
              <a:t>完成开发后，推送本地代码到</a:t>
            </a:r>
            <a:r>
              <a:rPr lang="en-US" altLang="zh-CN" dirty="0" err="1"/>
              <a:t>github</a:t>
            </a:r>
            <a:r>
              <a:rPr lang="zh-CN" altLang="en-US" dirty="0"/>
              <a:t>仓库，并部署到</a:t>
            </a:r>
            <a:r>
              <a:rPr lang="en-US" altLang="zh-CN" dirty="0" err="1"/>
              <a:t>vercel</a:t>
            </a:r>
            <a:r>
              <a:rPr lang="zh-CN" altLang="en-US" dirty="0"/>
              <a:t>，可网页访问；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879433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151C74-63F0-DB7F-A747-FF25402E7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Dev Tools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338C88-C3D7-E88F-C6D3-AC7DF7290F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Github</a:t>
            </a:r>
            <a:r>
              <a:rPr lang="zh-CN" altLang="en-US" dirty="0"/>
              <a:t>账号；</a:t>
            </a:r>
            <a:endParaRPr lang="en-US" altLang="zh-CN" dirty="0"/>
          </a:p>
          <a:p>
            <a:r>
              <a:rPr lang="en-US" altLang="zh-CN" dirty="0" err="1"/>
              <a:t>Vercel</a:t>
            </a:r>
            <a:r>
              <a:rPr lang="zh-CN" altLang="en-US" dirty="0"/>
              <a:t>账号；云部署平台；</a:t>
            </a:r>
            <a:endParaRPr lang="en-US" altLang="zh-CN" dirty="0"/>
          </a:p>
          <a:p>
            <a:r>
              <a:rPr lang="en-US" altLang="zh-CN" dirty="0"/>
              <a:t>Md</a:t>
            </a:r>
            <a:r>
              <a:rPr lang="zh-CN" altLang="en-US" dirty="0"/>
              <a:t>文档浏览：</a:t>
            </a:r>
            <a:r>
              <a:rPr lang="en-US" altLang="zh-CN" dirty="0" err="1"/>
              <a:t>typora</a:t>
            </a:r>
            <a:r>
              <a:rPr lang="zh-CN" altLang="en-US" dirty="0"/>
              <a:t>；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前端开发：</a:t>
            </a:r>
            <a:r>
              <a:rPr lang="en-US" altLang="zh-CN" dirty="0"/>
              <a:t>visual studio code;</a:t>
            </a:r>
          </a:p>
          <a:p>
            <a:r>
              <a:rPr lang="zh-CN" altLang="en-US" dirty="0"/>
              <a:t>后端开发：</a:t>
            </a:r>
            <a:r>
              <a:rPr lang="en-US" altLang="zh-CN" dirty="0"/>
              <a:t>IntelliJ IDEA 2024.3(Ultimate Edition);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45629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A9A6F2-F78B-A2EB-BE51-110BCA3F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b="1" dirty="0"/>
              <a:t>To do today</a:t>
            </a:r>
            <a:endParaRPr lang="zh-CN" altLang="en-US" b="1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BEA398-1992-1411-4D92-8F65EC27E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b="1" dirty="0"/>
              <a:t>Prepare for Dev:</a:t>
            </a:r>
          </a:p>
          <a:p>
            <a:r>
              <a:rPr lang="zh-CN" altLang="en-US" dirty="0"/>
              <a:t>本地安装</a:t>
            </a:r>
            <a:r>
              <a:rPr lang="en-US" altLang="zh-CN" dirty="0" err="1"/>
              <a:t>github</a:t>
            </a:r>
            <a:r>
              <a:rPr lang="zh-CN" altLang="en-US" dirty="0"/>
              <a:t>客户端，与云仓库实现</a:t>
            </a:r>
            <a:r>
              <a:rPr lang="en-US" altLang="zh-CN" dirty="0"/>
              <a:t>ssh</a:t>
            </a:r>
            <a:r>
              <a:rPr lang="zh-CN" altLang="en-US" dirty="0"/>
              <a:t>联结，能实现本地项目推送到</a:t>
            </a:r>
            <a:r>
              <a:rPr lang="en-US" altLang="zh-CN" dirty="0" err="1"/>
              <a:t>github</a:t>
            </a:r>
            <a:r>
              <a:rPr lang="zh-CN" altLang="en-US" dirty="0"/>
              <a:t>远程仓库；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 err="1"/>
              <a:t>vercel</a:t>
            </a:r>
            <a:r>
              <a:rPr lang="zh-CN" altLang="en-US" dirty="0"/>
              <a:t>部署</a:t>
            </a:r>
            <a:r>
              <a:rPr lang="en-US" altLang="zh-CN" dirty="0" err="1"/>
              <a:t>github</a:t>
            </a:r>
            <a:r>
              <a:rPr lang="zh-CN" altLang="en-US" dirty="0"/>
              <a:t>仓库中的前端项目；</a:t>
            </a:r>
            <a:endParaRPr lang="en-US" altLang="zh-CN" dirty="0"/>
          </a:p>
          <a:p>
            <a:r>
              <a:rPr lang="en-US" altLang="zh-CN" dirty="0">
                <a:hlinkClick r:id="rId2"/>
              </a:rPr>
              <a:t>3-3</a:t>
            </a:r>
            <a:r>
              <a:rPr lang="zh-CN" altLang="en-US" dirty="0">
                <a:hlinkClick r:id="rId2"/>
              </a:rPr>
              <a:t>、</a:t>
            </a:r>
            <a:r>
              <a:rPr lang="en-US" altLang="zh-CN" dirty="0" err="1">
                <a:hlinkClick r:id="rId2"/>
              </a:rPr>
              <a:t>Github</a:t>
            </a:r>
            <a:r>
              <a:rPr lang="en-US" altLang="zh-CN" dirty="0">
                <a:hlinkClick r:id="rId2"/>
              </a:rPr>
              <a:t>-SSH</a:t>
            </a:r>
            <a:r>
              <a:rPr lang="zh-CN" altLang="en-US" dirty="0">
                <a:hlinkClick r:id="rId2"/>
              </a:rPr>
              <a:t>密钥设置</a:t>
            </a:r>
            <a:r>
              <a:rPr lang="en-US" altLang="zh-CN" dirty="0">
                <a:hlinkClick r:id="rId2"/>
              </a:rPr>
              <a:t>_</a:t>
            </a:r>
            <a:r>
              <a:rPr lang="zh-CN" altLang="en-US" dirty="0">
                <a:hlinkClick r:id="rId2"/>
              </a:rPr>
              <a:t>哔哩哔哩</a:t>
            </a:r>
            <a:r>
              <a:rPr lang="en-US" altLang="zh-CN" dirty="0">
                <a:hlinkClick r:id="rId2"/>
              </a:rPr>
              <a:t>_</a:t>
            </a:r>
            <a:r>
              <a:rPr lang="en-US" altLang="zh-CN" dirty="0" err="1">
                <a:hlinkClick r:id="rId2"/>
              </a:rPr>
              <a:t>bilibili</a:t>
            </a:r>
            <a:endParaRPr lang="en-US" altLang="zh-CN" dirty="0"/>
          </a:p>
          <a:p>
            <a:r>
              <a:rPr lang="en-US" altLang="zh-CN" dirty="0">
                <a:hlinkClick r:id="rId3"/>
              </a:rPr>
              <a:t>3. </a:t>
            </a:r>
            <a:r>
              <a:rPr lang="en-US" altLang="zh-CN" dirty="0" err="1">
                <a:hlinkClick r:id="rId3"/>
              </a:rPr>
              <a:t>Vercel</a:t>
            </a:r>
            <a:r>
              <a:rPr lang="zh-CN" altLang="en-US" dirty="0">
                <a:hlinkClick r:id="rId3"/>
              </a:rPr>
              <a:t>部署网站上线</a:t>
            </a:r>
            <a:r>
              <a:rPr lang="en-US" altLang="zh-CN" dirty="0">
                <a:hlinkClick r:id="rId3"/>
              </a:rPr>
              <a:t>_</a:t>
            </a:r>
            <a:r>
              <a:rPr lang="zh-CN" altLang="en-US" dirty="0">
                <a:hlinkClick r:id="rId3"/>
              </a:rPr>
              <a:t>哔哩哔哩</a:t>
            </a:r>
            <a:r>
              <a:rPr lang="en-US" altLang="zh-CN" dirty="0">
                <a:hlinkClick r:id="rId3"/>
              </a:rPr>
              <a:t>_</a:t>
            </a:r>
            <a:r>
              <a:rPr lang="en-US" altLang="zh-CN" dirty="0" err="1">
                <a:hlinkClick r:id="rId3"/>
              </a:rPr>
              <a:t>bilibili</a:t>
            </a:r>
            <a:endParaRPr lang="en-US" altLang="zh-CN" b="1" dirty="0"/>
          </a:p>
          <a:p>
            <a:endParaRPr lang="en-US" altLang="zh-CN" b="1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8142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300</Words>
  <Application>Microsoft Office PowerPoint</Application>
  <PresentationFormat>宽屏</PresentationFormat>
  <Paragraphs>32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Web开发技术</vt:lpstr>
      <vt:lpstr>Task today</vt:lpstr>
      <vt:lpstr>Homework Today</vt:lpstr>
      <vt:lpstr>Dev Tools</vt:lpstr>
      <vt:lpstr>To do today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章铁飞</dc:creator>
  <cp:lastModifiedBy>章铁飞</cp:lastModifiedBy>
  <cp:revision>43</cp:revision>
  <dcterms:created xsi:type="dcterms:W3CDTF">2026-09-14T04:24:03Z</dcterms:created>
  <dcterms:modified xsi:type="dcterms:W3CDTF">2026-09-20T01:35:25Z</dcterms:modified>
</cp:coreProperties>
</file>